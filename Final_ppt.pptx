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63" r:id="rId2"/>
    <p:sldId id="257" r:id="rId3"/>
    <p:sldId id="258" r:id="rId4"/>
    <p:sldId id="259" r:id="rId5"/>
    <p:sldId id="264" r:id="rId6"/>
    <p:sldId id="260" r:id="rId7"/>
    <p:sldId id="267" r:id="rId8"/>
    <p:sldId id="268" r:id="rId9"/>
    <p:sldId id="261" r:id="rId10"/>
    <p:sldId id="262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y+OROQuG42FZ21frihhf7KbC7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9534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2c931bda5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2e2c931bda5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2c931bda5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2e2c931bda5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a0cbd0a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a0cbd0a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2c931bda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2c931bda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56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>
          <a:xfrm>
            <a:off x="468313" y="897731"/>
            <a:ext cx="8207375" cy="81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69900" y="1816894"/>
            <a:ext cx="821213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marL="914400" lvl="1" indent="-228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457200" y="881063"/>
            <a:ext cx="4038600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648200" y="881063"/>
            <a:ext cx="4038600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630238" y="1878806"/>
            <a:ext cx="3868737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788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1pPr>
            <a:lvl2pPr marL="914400" lvl="1" indent="-228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2pPr>
            <a:lvl3pPr marL="1371600" lvl="2" indent="-228600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788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6195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2385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marL="2286000" lvl="4" indent="-32385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228600" algn="l">
              <a:spcBef>
                <a:spcPts val="158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marL="1371600" lvl="2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spcBef>
                <a:spcPts val="113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2714625" y="-1376362"/>
            <a:ext cx="371475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5431631" y="1340644"/>
            <a:ext cx="445293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240631" y="-640556"/>
            <a:ext cx="445293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56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6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A38301-EBBF-6F4D-4828-4D65EF91A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66256"/>
            <a:ext cx="8207375" cy="2022762"/>
          </a:xfrm>
        </p:spPr>
        <p:txBody>
          <a:bodyPr/>
          <a:lstStyle/>
          <a:p>
            <a:r>
              <a:rPr lang="en-US" sz="3200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MediScan</a:t>
            </a:r>
            <a:r>
              <a:rPr lang="en-US" dirty="0"/>
              <a:t>: </a:t>
            </a:r>
            <a:br>
              <a:rPr lang="en-US" dirty="0"/>
            </a:br>
            <a:r>
              <a:rPr lang="en-US" sz="2000" dirty="0">
                <a:solidFill>
                  <a:schemeClr val="tx1"/>
                </a:solidFill>
              </a:rPr>
              <a:t>AI-Powered Medical Image Analysis for Disease Diagnosis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763C088-6D3B-9F32-ABCB-3BC5BEE8F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4118" y="1389942"/>
            <a:ext cx="6737328" cy="3425781"/>
          </a:xfrm>
        </p:spPr>
        <p:txBody>
          <a:bodyPr/>
          <a:lstStyle/>
          <a:p>
            <a:endParaRPr lang="en-IN" sz="1400" b="1" dirty="0" smtClean="0">
              <a:solidFill>
                <a:schemeClr val="tx1"/>
              </a:solidFill>
            </a:endParaRPr>
          </a:p>
          <a:p>
            <a:endParaRPr lang="en-IN" sz="1400" b="1" dirty="0" smtClean="0">
              <a:solidFill>
                <a:schemeClr val="tx1"/>
              </a:solidFill>
            </a:endParaRPr>
          </a:p>
          <a:p>
            <a:endParaRPr lang="en-IN" sz="1400" b="1" dirty="0">
              <a:solidFill>
                <a:schemeClr val="tx1"/>
              </a:solidFill>
            </a:endParaRPr>
          </a:p>
          <a:p>
            <a:endParaRPr lang="en-IN" sz="1400" b="1" dirty="0" smtClean="0">
              <a:solidFill>
                <a:schemeClr val="tx1"/>
              </a:solidFill>
            </a:endParaRPr>
          </a:p>
          <a:p>
            <a:endParaRPr lang="en-IN" sz="1400" b="1" dirty="0">
              <a:solidFill>
                <a:schemeClr val="tx1"/>
              </a:solidFill>
            </a:endParaRPr>
          </a:p>
          <a:p>
            <a:endParaRPr lang="en-IN" sz="1400" b="1" dirty="0" smtClean="0">
              <a:solidFill>
                <a:schemeClr val="tx1"/>
              </a:solidFill>
            </a:endParaRPr>
          </a:p>
          <a:p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 smtClean="0">
                <a:solidFill>
                  <a:schemeClr val="tx1"/>
                </a:solidFill>
              </a:rPr>
              <a:t>COORDINATOR</a:t>
            </a:r>
            <a:r>
              <a:rPr lang="en-IN" sz="1400" b="1" dirty="0">
                <a:solidFill>
                  <a:schemeClr val="tx1"/>
                </a:solidFill>
              </a:rPr>
              <a:t>: </a:t>
            </a:r>
            <a:r>
              <a:rPr lang="en-IN" sz="1400" b="1" dirty="0" err="1">
                <a:solidFill>
                  <a:schemeClr val="tx1"/>
                </a:solidFill>
              </a:rPr>
              <a:t>Ms.</a:t>
            </a:r>
            <a:r>
              <a:rPr lang="en-IN" sz="1400" b="1" dirty="0">
                <a:solidFill>
                  <a:schemeClr val="tx1"/>
                </a:solidFill>
              </a:rPr>
              <a:t> </a:t>
            </a:r>
            <a:r>
              <a:rPr lang="en-IN" sz="1400" b="1" dirty="0" err="1" smtClean="0">
                <a:solidFill>
                  <a:schemeClr val="tx1"/>
                </a:solidFill>
              </a:rPr>
              <a:t>Madhupriya</a:t>
            </a:r>
            <a:r>
              <a:rPr lang="en-IN" sz="1400" b="1" dirty="0" smtClean="0">
                <a:solidFill>
                  <a:schemeClr val="tx1"/>
                </a:solidFill>
              </a:rPr>
              <a:t> Mam</a:t>
            </a: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 smtClean="0">
                <a:solidFill>
                  <a:schemeClr val="tx1"/>
                </a:solidFill>
              </a:rPr>
              <a:t>MENTOR </a:t>
            </a:r>
            <a:r>
              <a:rPr lang="en-IN" sz="1400" b="1" dirty="0">
                <a:solidFill>
                  <a:schemeClr val="tx1"/>
                </a:solidFill>
              </a:rPr>
              <a:t>:  </a:t>
            </a:r>
            <a:r>
              <a:rPr lang="en-IN" sz="1400" b="1" dirty="0" err="1" smtClean="0">
                <a:solidFill>
                  <a:schemeClr val="tx1"/>
                </a:solidFill>
              </a:rPr>
              <a:t>Mr.Deepak</a:t>
            </a:r>
            <a:r>
              <a:rPr lang="en-IN" sz="1400" b="1" dirty="0" smtClean="0">
                <a:solidFill>
                  <a:schemeClr val="tx1"/>
                </a:solidFill>
              </a:rPr>
              <a:t> Sir</a:t>
            </a:r>
          </a:p>
          <a:p>
            <a:r>
              <a:rPr lang="en-IN" sz="1400" b="1" dirty="0" smtClean="0">
                <a:solidFill>
                  <a:schemeClr val="tx1"/>
                </a:solidFill>
              </a:rPr>
              <a:t>PRSENTED BY : </a:t>
            </a:r>
            <a:r>
              <a:rPr lang="en-IN" sz="1400" b="1" dirty="0" err="1" smtClean="0">
                <a:solidFill>
                  <a:schemeClr val="tx1"/>
                </a:solidFill>
              </a:rPr>
              <a:t>Dhurbo</a:t>
            </a:r>
            <a:r>
              <a:rPr lang="en-IN" sz="1400" b="1" dirty="0" smtClean="0">
                <a:solidFill>
                  <a:schemeClr val="tx1"/>
                </a:solidFill>
              </a:rPr>
              <a:t> Kumar </a:t>
            </a:r>
            <a:r>
              <a:rPr lang="en-IN" sz="1400" b="1" dirty="0" err="1" smtClean="0">
                <a:solidFill>
                  <a:schemeClr val="tx1"/>
                </a:solidFill>
              </a:rPr>
              <a:t>Patra</a:t>
            </a:r>
            <a:r>
              <a:rPr lang="en-IN" sz="1400" b="1" dirty="0" smtClean="0">
                <a:solidFill>
                  <a:schemeClr val="tx1"/>
                </a:solidFill>
              </a:rPr>
              <a:t>(GROUP A)</a:t>
            </a: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200" b="1" dirty="0" smtClean="0">
                <a:solidFill>
                  <a:schemeClr val="tx1"/>
                </a:solidFill>
              </a:rPr>
              <a:t>                     </a:t>
            </a:r>
            <a:endParaRPr lang="en-IN" sz="1600" b="1" dirty="0">
              <a:solidFill>
                <a:schemeClr val="tx1"/>
              </a:solidFill>
            </a:endParaRPr>
          </a:p>
          <a:p>
            <a:pPr marL="76200" indent="0"/>
            <a:endParaRPr lang="en-IN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9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4294967295"/>
          </p:nvPr>
        </p:nvSpPr>
        <p:spPr>
          <a:xfrm>
            <a:off x="311700" y="341290"/>
            <a:ext cx="7988734" cy="4591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 u="sng" dirty="0">
                <a:latin typeface="Algerian" panose="04020705040A02060702" pitchFamily="82" charset="0"/>
              </a:rPr>
              <a:t>Introduction of the Project</a:t>
            </a:r>
          </a:p>
          <a:p>
            <a:pPr marL="285750" indent="-285750">
              <a:buSzPts val="1100"/>
            </a:pPr>
            <a:r>
              <a:rPr lang="en-US" sz="1800" dirty="0"/>
              <a:t>Innovative AI-powered system designed to revolutionize medical image analysis for eye disease detection and diagnosis</a:t>
            </a:r>
            <a:r>
              <a:rPr lang="en-US" dirty="0"/>
              <a:t>.</a:t>
            </a:r>
            <a:r>
              <a:rPr lang="en-IN" b="1" u="sng" dirty="0">
                <a:latin typeface="Algerian" panose="04020705040A02060702" pitchFamily="82" charset="0"/>
              </a:rPr>
              <a:t> </a:t>
            </a:r>
          </a:p>
          <a:p>
            <a:pPr marL="285750" indent="-285750">
              <a:buSzPts val="1100"/>
            </a:pPr>
            <a:r>
              <a:rPr lang="en-US" sz="1800" dirty="0"/>
              <a:t>Utilizes cutting-edge artificial intelligence and machine learning algorithms to analyze medical images for early disease detection and diagnosis</a:t>
            </a:r>
            <a:r>
              <a:rPr lang="en-US" dirty="0"/>
              <a:t>.</a:t>
            </a:r>
          </a:p>
          <a:p>
            <a:pPr marL="0" indent="0">
              <a:buSzPts val="1100"/>
              <a:buNone/>
            </a:pPr>
            <a:endParaRPr lang="en-US" b="1" u="sng" dirty="0">
              <a:latin typeface="Algerian" panose="04020705040A02060702" pitchFamily="82" charset="0"/>
            </a:endParaRPr>
          </a:p>
          <a:p>
            <a:pPr marL="0" indent="0">
              <a:buSzPts val="1100"/>
              <a:buNone/>
            </a:pPr>
            <a:r>
              <a:rPr lang="en-US" b="1" u="sng" dirty="0">
                <a:latin typeface="Algerian" panose="04020705040A02060702" pitchFamily="82" charset="0"/>
              </a:rPr>
              <a:t>BACKGROUND </a:t>
            </a:r>
          </a:p>
          <a:p>
            <a:pPr marL="285750" indent="-285750">
              <a:buSzPts val="1100"/>
            </a:pPr>
            <a:r>
              <a:rPr lang="en-IN" sz="1800" dirty="0"/>
              <a:t>Prevalence of Eye Diseases</a:t>
            </a:r>
          </a:p>
          <a:p>
            <a:pPr marL="285750" indent="-285750">
              <a:buSzPts val="1100"/>
            </a:pPr>
            <a:r>
              <a:rPr lang="en-IN" sz="1800" dirty="0"/>
              <a:t>Diagnostic Challenges</a:t>
            </a:r>
          </a:p>
          <a:p>
            <a:pPr marL="285750" indent="-285750">
              <a:buSzPts val="1100"/>
            </a:pPr>
            <a:r>
              <a:rPr lang="en-IN" sz="1800" dirty="0"/>
              <a:t>Image Processing Capabilities</a:t>
            </a:r>
          </a:p>
          <a:p>
            <a:pPr marL="285750" indent="-285750">
              <a:buSzPts val="1100"/>
            </a:pPr>
            <a:r>
              <a:rPr lang="en-IN" sz="1800" dirty="0"/>
              <a:t>Early and Accurate Diagnosis</a:t>
            </a:r>
            <a:endParaRPr b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2c931bda5_1_28"/>
          <p:cNvSpPr txBox="1">
            <a:spLocks noGrp="1"/>
          </p:cNvSpPr>
          <p:nvPr>
            <p:ph type="body" idx="4294967295"/>
          </p:nvPr>
        </p:nvSpPr>
        <p:spPr>
          <a:xfrm>
            <a:off x="311700" y="489398"/>
            <a:ext cx="8520600" cy="431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u="sng" dirty="0">
                <a:latin typeface="Algerian" panose="04020705040A02060702" pitchFamily="82" charset="0"/>
              </a:rPr>
              <a:t>IMPORTANCE OF THE PROJECT</a:t>
            </a: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Timely Diagnosis</a:t>
            </a:r>
            <a:endParaRPr lang="en-IN" sz="1600" u="sng" dirty="0">
              <a:latin typeface="Algerian" panose="04020705040A02060702" pitchFamily="82" charset="0"/>
            </a:endParaRP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Proactive Treatment</a:t>
            </a:r>
            <a:endParaRPr lang="en-IN" sz="1600" u="sng" dirty="0">
              <a:latin typeface="Algerian" panose="04020705040A02060702" pitchFamily="82" charset="0"/>
            </a:endParaRP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Reduced Human Error</a:t>
            </a: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Efficiency</a:t>
            </a:r>
            <a:endParaRPr lang="en-IN" sz="2000" dirty="0"/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Advanced Analytics</a:t>
            </a:r>
          </a:p>
          <a:p>
            <a:pPr marL="0" indent="0">
              <a:spcBef>
                <a:spcPts val="0"/>
              </a:spcBef>
              <a:buSzPts val="1100"/>
              <a:buNone/>
            </a:pPr>
            <a:endParaRPr lang="en-IN" sz="1600" u="sng" dirty="0">
              <a:latin typeface="Algerian" panose="04020705040A02060702" pitchFamily="82" charset="0"/>
            </a:endParaRPr>
          </a:p>
          <a:p>
            <a:pPr marL="0" indent="0">
              <a:spcBef>
                <a:spcPts val="0"/>
              </a:spcBef>
              <a:buSzPts val="1100"/>
              <a:buNone/>
            </a:pPr>
            <a:r>
              <a:rPr lang="en-IN" b="1" u="sng" dirty="0">
                <a:latin typeface="Algerian" panose="04020705040A02060702" pitchFamily="82" charset="0"/>
              </a:rPr>
              <a:t>Deliverables</a:t>
            </a: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Automated Image Interpretation Module</a:t>
            </a:r>
            <a:endParaRPr lang="en-IN" sz="1600" u="sng" dirty="0">
              <a:latin typeface="Algerian" panose="04020705040A02060702" pitchFamily="82" charset="0"/>
            </a:endParaRP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Quantitative Analysis Tools</a:t>
            </a:r>
            <a:endParaRPr lang="en-IN" sz="1600" u="sng" dirty="0">
              <a:latin typeface="Algerian" panose="04020705040A02060702" pitchFamily="82" charset="0"/>
            </a:endParaRPr>
          </a:p>
          <a:p>
            <a:pPr marL="285750" indent="-285750">
              <a:spcBef>
                <a:spcPts val="0"/>
              </a:spcBef>
              <a:buSzPts val="1100"/>
            </a:pPr>
            <a:r>
              <a:rPr lang="en-IN" sz="1600" dirty="0"/>
              <a:t>Integration Capabilities:</a:t>
            </a:r>
            <a:endParaRPr sz="2000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2c931bda5_1_48"/>
          <p:cNvSpPr txBox="1">
            <a:spLocks noGrp="1"/>
          </p:cNvSpPr>
          <p:nvPr>
            <p:ph type="body" idx="4294967295"/>
          </p:nvPr>
        </p:nvSpPr>
        <p:spPr>
          <a:xfrm>
            <a:off x="311700" y="238260"/>
            <a:ext cx="8520600" cy="433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u="sng" dirty="0">
                <a:latin typeface="Algerian" panose="04020705040A02060702" pitchFamily="82" charset="0"/>
              </a:rPr>
              <a:t>Results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u="sng" dirty="0">
                <a:latin typeface="+mj-lt"/>
              </a:rPr>
              <a:t>Accuracy and loss plot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b="1" u="sng" dirty="0">
              <a:latin typeface="Algerian" panose="04020705040A02060702" pitchFamily="8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u="sng" dirty="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FB5C4F2-8097-D0D4-A265-4FDFEFF7E2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84"/>
          <a:stretch/>
        </p:blipFill>
        <p:spPr>
          <a:xfrm>
            <a:off x="1848118" y="1143095"/>
            <a:ext cx="5635251" cy="35126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FE34E66-7108-54AE-4A8C-86F18754B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54168"/>
            <a:ext cx="7886700" cy="4610637"/>
          </a:xfrm>
        </p:spPr>
        <p:txBody>
          <a:bodyPr/>
          <a:lstStyle/>
          <a:p>
            <a:r>
              <a:rPr lang="en-IN" dirty="0"/>
              <a:t>Graphs: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B6229AF-8B71-40EF-FB32-BB67F7CE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624" y="731242"/>
            <a:ext cx="5088044" cy="368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1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a0cbd0abd_0_0"/>
          <p:cNvSpPr txBox="1">
            <a:spLocks noGrp="1"/>
          </p:cNvSpPr>
          <p:nvPr>
            <p:ph type="title"/>
          </p:nvPr>
        </p:nvSpPr>
        <p:spPr>
          <a:xfrm>
            <a:off x="368025" y="878725"/>
            <a:ext cx="8229600" cy="43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/>
              <a:t>Demonstration of Project</a:t>
            </a:r>
            <a:endParaRPr u="sng" dirty="0"/>
          </a:p>
        </p:txBody>
      </p:sp>
      <p:sp>
        <p:nvSpPr>
          <p:cNvPr id="112" name="Google Shape;112;g2ea0cbd0abd_0_0"/>
          <p:cNvSpPr txBox="1"/>
          <p:nvPr/>
        </p:nvSpPr>
        <p:spPr>
          <a:xfrm>
            <a:off x="755073" y="1620982"/>
            <a:ext cx="389425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chemeClr val="dk1"/>
                </a:solidFill>
              </a:rPr>
              <a:t>CLASSIFICATION REPORT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pic>
        <p:nvPicPr>
          <p:cNvPr id="5" name="Picture 2" descr="https://lh7-us.googleusercontent.com/slidesz/AGV_vUeYE9BaPgAipnjQ3YqYQlmcg2-gFTWOf8Ka79NqvqOAsZVWosdCUtQT2BrcpDa5LMapefQwg3xFHqAhAQYpaDwHXqFhGtK58tG4VHE-QuDsC7ngkkNypAOVuWnPO_2mkVJlV5p5ny3vIMcYZ2aQK9zBGmuVScE09eRFc2uc3e9Airp9jZWLyQs=nw?key=RZ8V5oGk3Hj5NpOG8hA1-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45" y="2067284"/>
            <a:ext cx="59531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0217"/>
            <a:ext cx="8229600" cy="588819"/>
          </a:xfrm>
        </p:spPr>
        <p:txBody>
          <a:bodyPr/>
          <a:lstStyle/>
          <a:p>
            <a:r>
              <a:rPr lang="en-US" sz="1800" b="1" dirty="0" smtClean="0"/>
              <a:t>USER INTERFACE</a:t>
            </a:r>
            <a:endParaRPr lang="en-US" sz="1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60763"/>
            <a:ext cx="8305800" cy="3335049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101436"/>
            <a:ext cx="7931220" cy="360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9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 smtClean="0"/>
              <a:t>RESULT MODEL</a:t>
            </a:r>
            <a:endParaRPr lang="en-US" sz="1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860429"/>
            <a:ext cx="8042564" cy="379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2c931bda5_0_23"/>
          <p:cNvSpPr txBox="1">
            <a:spLocks noGrp="1"/>
          </p:cNvSpPr>
          <p:nvPr>
            <p:ph type="body" idx="1"/>
          </p:nvPr>
        </p:nvSpPr>
        <p:spPr>
          <a:xfrm>
            <a:off x="457200" y="367048"/>
            <a:ext cx="8229600" cy="447540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u="sng" dirty="0">
                <a:latin typeface="Algerian" panose="04020705040A02060702" pitchFamily="82" charset="0"/>
              </a:rPr>
              <a:t>Conclusions</a:t>
            </a:r>
          </a:p>
          <a:p>
            <a:pPr marL="342900">
              <a:buSzPts val="1100"/>
            </a:pPr>
            <a:r>
              <a:rPr lang="en-IN" sz="2000" dirty="0"/>
              <a:t>Enhanced Diagnostic Accuracy</a:t>
            </a:r>
            <a:endParaRPr lang="en-GB" sz="2000" b="1" u="sng" dirty="0">
              <a:latin typeface="Algerian" panose="04020705040A02060702" pitchFamily="82" charset="0"/>
            </a:endParaRPr>
          </a:p>
          <a:p>
            <a:pPr marL="342900">
              <a:buSzPts val="1100"/>
            </a:pPr>
            <a:r>
              <a:rPr lang="en-IN" sz="2000" dirty="0"/>
              <a:t>Early Detection Capabilities</a:t>
            </a:r>
          </a:p>
          <a:p>
            <a:pPr marL="342900">
              <a:buSzPts val="1100"/>
            </a:pPr>
            <a:r>
              <a:rPr lang="en-IN" sz="2000" dirty="0"/>
              <a:t>Improved Clinical Workflows</a:t>
            </a:r>
            <a:endParaRPr sz="2000" b="1" u="sng" dirty="0">
              <a:latin typeface="Algerian" panose="04020705040A02060702" pitchFamily="82" charset="0"/>
            </a:endParaRPr>
          </a:p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r>
              <a:rPr lang="en-IN" b="1" u="sng" dirty="0">
                <a:latin typeface="Algerian" panose="04020705040A02060702" pitchFamily="82" charset="0"/>
              </a:rPr>
              <a:t>Achieved objectives of the project</a:t>
            </a:r>
          </a:p>
          <a:p>
            <a:pPr marL="342900"/>
            <a:r>
              <a:rPr lang="en-IN" sz="2000" dirty="0"/>
              <a:t>Accurate Eye Disease Detection</a:t>
            </a:r>
            <a:endParaRPr lang="en-IN" sz="2000" b="1" u="sng" dirty="0">
              <a:latin typeface="Algerian" panose="04020705040A02060702" pitchFamily="82" charset="0"/>
            </a:endParaRPr>
          </a:p>
          <a:p>
            <a:pPr marL="342900"/>
            <a:r>
              <a:rPr lang="en-IN" sz="2000" dirty="0"/>
              <a:t>Early Diagnosis</a:t>
            </a:r>
            <a:endParaRPr lang="en-IN" sz="2000" b="1" u="sng" dirty="0">
              <a:latin typeface="Algerian" panose="04020705040A02060702" pitchFamily="82" charset="0"/>
            </a:endParaRPr>
          </a:p>
          <a:p>
            <a:pPr marL="342900"/>
            <a:r>
              <a:rPr lang="en-IN" sz="2000" dirty="0"/>
              <a:t>Automated Image Interpretation</a:t>
            </a:r>
            <a:endParaRPr lang="en-IN" sz="2000" b="1" u="sng" dirty="0">
              <a:latin typeface="Algerian" panose="04020705040A02060702" pitchFamily="82" charset="0"/>
            </a:endParaRPr>
          </a:p>
          <a:p>
            <a:pPr marL="342900"/>
            <a:r>
              <a:rPr lang="en-IN" sz="2000" dirty="0"/>
              <a:t>Quantitative Analysis</a:t>
            </a:r>
            <a:endParaRPr lang="en-IN" sz="2000" b="1" u="sng" dirty="0">
              <a:latin typeface="Algerian" panose="04020705040A02060702" pitchFamily="82" charset="0"/>
            </a:endParaRPr>
          </a:p>
          <a:p>
            <a:pPr marL="342900"/>
            <a:r>
              <a:rPr lang="en-IN" sz="2000" dirty="0"/>
              <a:t>Scalable Deployment</a:t>
            </a:r>
            <a:endParaRPr lang="en-IN" sz="2000" b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body" idx="4294967295"/>
          </p:nvPr>
        </p:nvSpPr>
        <p:spPr>
          <a:xfrm>
            <a:off x="553792" y="0"/>
            <a:ext cx="8223160" cy="471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GB" sz="5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1" i="1" dirty="0">
                <a:latin typeface="Aptos" panose="020B0004020202020204" pitchFamily="34" charset="0"/>
              </a:rPr>
              <a:t>We want to take this opportunity to acknowledge and thank everyone who contributed to the success of the </a:t>
            </a:r>
            <a:r>
              <a:rPr lang="en-US" b="1" i="1" dirty="0" err="1">
                <a:latin typeface="Aptos" panose="020B0004020202020204" pitchFamily="34" charset="0"/>
              </a:rPr>
              <a:t>MediScan</a:t>
            </a:r>
            <a:r>
              <a:rPr lang="en-US" b="1" i="1" dirty="0">
                <a:latin typeface="Aptos" panose="020B0004020202020204" pitchFamily="34" charset="0"/>
              </a:rPr>
              <a:t> project.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endParaRPr lang="en-US" b="1" i="1" dirty="0">
              <a:latin typeface="Aptos" panose="020B00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b="1" i="1" dirty="0">
                <a:latin typeface="Aptos" panose="020B0004020202020204" pitchFamily="34" charset="0"/>
              </a:rPr>
              <a:t>Our dedicated project team, whose expertise and hard work made this project possible.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endParaRPr lang="en-US" b="1" i="1" dirty="0">
              <a:latin typeface="Aptos" panose="020B00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b="1" i="1" dirty="0">
                <a:latin typeface="Aptos" panose="020B0004020202020204" pitchFamily="34" charset="0"/>
              </a:rPr>
              <a:t>Special thanks to our coordinator and mentor for their unwavering support and belief in the project.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endParaRPr lang="en-US" b="1" i="1" dirty="0">
              <a:latin typeface="Aptos" panose="020B00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b="1" i="1" dirty="0">
                <a:latin typeface="Aptos" panose="020B0004020202020204" pitchFamily="34" charset="0"/>
              </a:rPr>
              <a:t>Your questions and feedback are highly valued and will help us continue to improve and innovate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endParaRPr b="1" i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213</Words>
  <Application>Microsoft Office PowerPoint</Application>
  <PresentationFormat>On-screen Show (16:9)</PresentationFormat>
  <Paragraphs>57</Paragraphs>
  <Slides>10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Blue Waves</vt:lpstr>
      <vt:lpstr>MediScan:  AI-Powered Medical Image Analysis for Disease Diagnosis</vt:lpstr>
      <vt:lpstr>PowerPoint Presentation</vt:lpstr>
      <vt:lpstr>PowerPoint Presentation</vt:lpstr>
      <vt:lpstr>PowerPoint Presentation</vt:lpstr>
      <vt:lpstr>PowerPoint Presentation</vt:lpstr>
      <vt:lpstr>Demonstration of Project</vt:lpstr>
      <vt:lpstr>USER INTERFACE</vt:lpstr>
      <vt:lpstr>RESULT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MediScan:  AI-Powered Medical Image Analysis for Disease Diagnosis</dc:title>
  <dc:creator>ANUSHREE</dc:creator>
  <cp:lastModifiedBy>ASUS</cp:lastModifiedBy>
  <cp:revision>7</cp:revision>
  <dcterms:created xsi:type="dcterms:W3CDTF">2024-06-03T05:40:36Z</dcterms:created>
  <dcterms:modified xsi:type="dcterms:W3CDTF">2024-07-17T12:44:34Z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7209D3CEDEA64C6DA8050F5A6073BD1A_12</vt:lpwstr>
  </property>
  <property fmtid="{D5CDD505-2E9C-101B-9397-08002B2CF9AE}" pid="3" name="KSOProductBuildVer">
    <vt:lpwstr>1033-12.2.0.16909</vt:lpwstr>
  </property>
</Properties>
</file>